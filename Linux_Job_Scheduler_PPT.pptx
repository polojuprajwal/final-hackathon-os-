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51560"/>
            <a:ext cx="73152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058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Automation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Prototype  |  Operating Systems / System Programming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Prajwal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04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2520080017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 Krishna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904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2520080021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Hemanth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904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2520090074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routine system tasks on Linux, such as backups, file cleanup and data processing, are still run by hand, which is slow and error-prone. 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 and implements a Linux Job Scheduler and Task Automation System that lets a user register jobs (shell commands or scripts), schedule them at a fixed time, at repeating intervals or with cron-style expressions, and have them run automatically in the background. 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manages a job queue, supports priorities and dependencies, tracks the status of every run and retries failed jobs. It is built as a basic JavaScript (Node.js) prototype that uses cron-style scheduling and Linux child processes.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lightweight prototype that shows how routine tasks can be automated and manual effort reduced.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administrative work on Linux systems is repetitive and depends on people remembering to do it.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83080"/>
            <a:ext cx="8046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execution of backups and cleanups causes missed or delayed tasks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crontab syntax is hard to read, easy to get wrong and has no built-in feedback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place to see which jobs ran, failed or are pending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jobs are not retried and errors often go unnoticed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priorities or dependencies between jobs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card0"/>
          <p:cNvSpPr/>
          <p:nvPr/>
        </p:nvSpPr>
        <p:spPr>
          <a:xfrm>
            <a:off x="457200" y="10972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704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087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 and scripts automatically at scheduled times without user intervention.</a:t>
            </a:r>
            <a:endParaRPr lang="en-US" sz="1150" dirty="0"/>
          </a:p>
        </p:txBody>
      </p:sp>
      <p:sp>
        <p:nvSpPr>
          <p:cNvPr id="11" name="card1"/>
          <p:cNvSpPr/>
          <p:nvPr/>
        </p:nvSpPr>
        <p:spPr>
          <a:xfrm>
            <a:off x="3276600" y="10972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6600" y="10972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59480" y="11704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scheduling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59480" y="15087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one-time, interval-based and cron-style recurring schedules.</a:t>
            </a:r>
            <a:endParaRPr lang="en-US" sz="1150" dirty="0"/>
          </a:p>
        </p:txBody>
      </p:sp>
      <p:sp>
        <p:nvSpPr>
          <p:cNvPr id="15" name="card2"/>
          <p:cNvSpPr/>
          <p:nvPr/>
        </p:nvSpPr>
        <p:spPr>
          <a:xfrm>
            <a:off x="6096000" y="10972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6000" y="10972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8880" y="11704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management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15087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list, edit, pause, resume and delete jobs through a simple CLI.</a:t>
            </a:r>
            <a:endParaRPr lang="en-US" sz="1150" dirty="0"/>
          </a:p>
        </p:txBody>
      </p:sp>
      <p:sp>
        <p:nvSpPr>
          <p:cNvPr id="19" name="card3"/>
          <p:cNvSpPr/>
          <p:nvPr/>
        </p:nvSpPr>
        <p:spPr>
          <a:xfrm>
            <a:off x="457200" y="29260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9992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375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failed jobs, handle timeouts and prevent duplicate runs.</a:t>
            </a:r>
            <a:endParaRPr lang="en-US" sz="1150" dirty="0"/>
          </a:p>
        </p:txBody>
      </p:sp>
      <p:sp>
        <p:nvSpPr>
          <p:cNvPr id="23" name="card4"/>
          <p:cNvSpPr/>
          <p:nvPr/>
        </p:nvSpPr>
        <p:spPr>
          <a:xfrm>
            <a:off x="3276600" y="29260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76600" y="29260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992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overhead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59480" y="33375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resource usage small using Node.js and native Linux tools.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vs Proposed System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840480" cy="3063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002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execution or bare crontab entries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status view of jobs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retry or failure alerts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dependency or priority handling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audit what ran and when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3840480" cy="30632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6002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CLI to add and manage jobs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job list with status view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 with configurable limits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and job dependencies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status tracking for every job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344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CLI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list, remove,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resume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128016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344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Manager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and stores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definitions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0" y="128016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344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Engine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due time,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run queue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23760" y="128016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344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job as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2651760" y="324612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3310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Store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jobs.json file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Engine reads jobs from the Job Store; Executor updates the job status in the Job Store.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card0"/>
          <p:cNvSpPr/>
          <p:nvPr/>
        </p:nvSpPr>
        <p:spPr>
          <a:xfrm>
            <a:off x="457200" y="1097280"/>
            <a:ext cx="40005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70432"/>
            <a:ext cx="3726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Job Creation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0876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command, schedule, priority, retries and timeout; validates input.</a:t>
            </a:r>
            <a:endParaRPr lang="en-US" sz="1150" dirty="0"/>
          </a:p>
        </p:txBody>
      </p:sp>
      <p:sp>
        <p:nvSpPr>
          <p:cNvPr id="11" name="card1"/>
          <p:cNvSpPr/>
          <p:nvPr/>
        </p:nvSpPr>
        <p:spPr>
          <a:xfrm>
            <a:off x="4686300" y="1097280"/>
            <a:ext cx="40005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6300" y="1097280"/>
            <a:ext cx="64008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9180" y="1170432"/>
            <a:ext cx="3726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Scheduler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69180" y="150876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schedules (once, interval, cron) and queues jobs that are due.</a:t>
            </a:r>
            <a:endParaRPr lang="en-US" sz="1150" dirty="0"/>
          </a:p>
        </p:txBody>
      </p:sp>
      <p:sp>
        <p:nvSpPr>
          <p:cNvPr id="15" name="card2"/>
          <p:cNvSpPr/>
          <p:nvPr/>
        </p:nvSpPr>
        <p:spPr>
          <a:xfrm>
            <a:off x="457200" y="2880360"/>
            <a:ext cx="40005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0360"/>
            <a:ext cx="64008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953512"/>
            <a:ext cx="3726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Executor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918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a child process, captures its output and enforces timeout via signals.</a:t>
            </a:r>
            <a:endParaRPr lang="en-US" sz="1150" dirty="0"/>
          </a:p>
        </p:txBody>
      </p:sp>
      <p:sp>
        <p:nvSpPr>
          <p:cNvPr id="19" name="card3"/>
          <p:cNvSpPr/>
          <p:nvPr/>
        </p:nvSpPr>
        <p:spPr>
          <a:xfrm>
            <a:off x="4686300" y="2880360"/>
            <a:ext cx="40005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2880360"/>
            <a:ext cx="64008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2953512"/>
            <a:ext cx="3726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Retry &amp; Dependency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2918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failed jobs and starts a job only after its parent succeeds.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and Requirements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card0"/>
          <p:cNvSpPr/>
          <p:nvPr/>
        </p:nvSpPr>
        <p:spPr>
          <a:xfrm>
            <a:off x="457200" y="1097280"/>
            <a:ext cx="2590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704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08760"/>
            <a:ext cx="231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 / Debian), Node.js, JavaScript, node-cron, child_process module, JSON file store</a:t>
            </a:r>
            <a:endParaRPr lang="en-US" sz="1150" dirty="0"/>
          </a:p>
        </p:txBody>
      </p:sp>
      <p:sp>
        <p:nvSpPr>
          <p:cNvPr id="11" name="card1"/>
          <p:cNvSpPr/>
          <p:nvPr/>
        </p:nvSpPr>
        <p:spPr>
          <a:xfrm>
            <a:off x="3276600" y="1097280"/>
            <a:ext cx="2590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6600" y="1097280"/>
            <a:ext cx="64008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59480" y="11704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concepts used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59480" y="1508760"/>
            <a:ext cx="231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processes, process states, signals (SIGTERM, SIGKILL), file I/O, pipes, background tasks</a:t>
            </a:r>
            <a:endParaRPr lang="en-US" sz="1150" dirty="0"/>
          </a:p>
        </p:txBody>
      </p:sp>
      <p:sp>
        <p:nvSpPr>
          <p:cNvPr id="15" name="card2"/>
          <p:cNvSpPr/>
          <p:nvPr/>
        </p:nvSpPr>
        <p:spPr>
          <a:xfrm>
            <a:off x="6096000" y="1097280"/>
            <a:ext cx="2590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6000" y="1097280"/>
            <a:ext cx="64008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8880" y="11704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1508760"/>
            <a:ext cx="231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Git, npm, Linux terminal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Workflow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2588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adds a job through the CLI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is validated and saved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checks due jobs every minute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runs job and captures output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status is updated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jobs are retried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nightly backup at 02:00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jobctl.js add --name backup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--cmd "./backup.sh"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--cron "0 2 * * *" --retry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jobctl.js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NAME    NEXT RUN  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backup  02:00      scheduled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Advantages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 and file cleanup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system updates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Data-processing pipelines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health checks and cleanup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demos of OS scheduling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and reduces human error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 compared to raw crontab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job status at a glance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 and timeout handling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runs on plain Node.js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prototype: job data is kept in a simple JSON file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single machine only; no distributed scheduling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 only, no graphical dashboard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limited to the scheduler polling interval (about one minute)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run with the privileges of the user who created them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card0"/>
          <p:cNvSpPr/>
          <p:nvPr/>
        </p:nvSpPr>
        <p:spPr>
          <a:xfrm>
            <a:off x="457200" y="10972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704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087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UI to create, monitor and control jobs.</a:t>
            </a:r>
            <a:endParaRPr lang="en-US" sz="1150" dirty="0"/>
          </a:p>
        </p:txBody>
      </p:sp>
      <p:sp>
        <p:nvSpPr>
          <p:cNvPr id="11" name="card1"/>
          <p:cNvSpPr/>
          <p:nvPr/>
        </p:nvSpPr>
        <p:spPr>
          <a:xfrm>
            <a:off x="3276600" y="10972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6600" y="10972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59480" y="11704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59480" y="15087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balance jobs across multiple Linux servers.</a:t>
            </a:r>
            <a:endParaRPr lang="en-US" sz="1150" dirty="0"/>
          </a:p>
        </p:txBody>
      </p:sp>
      <p:sp>
        <p:nvSpPr>
          <p:cNvPr id="15" name="card2"/>
          <p:cNvSpPr/>
          <p:nvPr/>
        </p:nvSpPr>
        <p:spPr>
          <a:xfrm>
            <a:off x="6096000" y="10972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6000" y="10972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8880" y="11704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15087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resource load and ML-based prediction to choose run times.</a:t>
            </a:r>
            <a:endParaRPr lang="en-US" sz="1150" dirty="0"/>
          </a:p>
        </p:txBody>
      </p:sp>
      <p:sp>
        <p:nvSpPr>
          <p:cNvPr id="19" name="card3"/>
          <p:cNvSpPr/>
          <p:nvPr/>
        </p:nvSpPr>
        <p:spPr>
          <a:xfrm>
            <a:off x="457200" y="29260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9992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integrations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375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jobs through a REST API and connect with other tools.</a:t>
            </a:r>
            <a:endParaRPr lang="en-US" sz="1150" dirty="0"/>
          </a:p>
        </p:txBody>
      </p:sp>
      <p:sp>
        <p:nvSpPr>
          <p:cNvPr id="23" name="card4"/>
          <p:cNvSpPr/>
          <p:nvPr/>
        </p:nvSpPr>
        <p:spPr>
          <a:xfrm>
            <a:off x="3276600" y="29260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76600" y="29260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992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59480" y="33375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jobs inside Docker or Kubernetes for isolation and scaling.</a:t>
            </a:r>
            <a:endParaRPr lang="en-US" sz="1150" dirty="0"/>
          </a:p>
        </p:txBody>
      </p:sp>
      <p:sp>
        <p:nvSpPr>
          <p:cNvPr id="27" name="card5"/>
          <p:cNvSpPr/>
          <p:nvPr/>
        </p:nvSpPr>
        <p:spPr>
          <a:xfrm>
            <a:off x="6096000" y="2926080"/>
            <a:ext cx="2590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6000" y="2926080"/>
            <a:ext cx="64008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78880" y="2999232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78880" y="3337560"/>
            <a:ext cx="231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signed job definitions and audit trails.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Job Scheduler and Task Automation System removes the need to run repetitive tasks by hand.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flexible scheduling, reliable execution and retries in one lightweight prototype.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applies core operating system concepts: processes, signals, scheduling and daemons.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forms a solid base for future extensions such as web control and distributed execution.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Job Scheduler and Task Automation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Galvin, Gagne, Operating System Concepts, Wiley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Richard Stevens, Advanced Programming in the UNIX Environment, Addison-Wesley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manual pages: crontab(5), cron(8), at(1), systemd.timer(5), signal(7)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Documentation Project, tldp.org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documentation: child_process and fs modules; node-cron package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Prajwal (2520080017)   |   Kavi Krishna (2520080021)   |   T. Hemanth (2520090074)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Job Scheduler and Task Automation System</dc:title>
  <dc:subject>PptxGenJS Presentation</dc:subject>
  <dc:creator>PptxGenJS</dc:creator>
  <cp:lastModifiedBy>PptxGenJS</cp:lastModifiedBy>
  <cp:revision>1</cp:revision>
  <dcterms:created xsi:type="dcterms:W3CDTF">2026-10-16T17:15:19Z</dcterms:created>
  <dcterms:modified xsi:type="dcterms:W3CDTF">2026-10-16T17:15:19Z</dcterms:modified>
</cp:coreProperties>
</file>